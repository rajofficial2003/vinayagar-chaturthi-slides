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be.com/@IndiaTamilNews" TargetMode="External"/><Relationship Id="rId2" Type="http://schemas.openxmlformats.org/officeDocument/2006/relationships/hyperlink" Target="https://www.youtube.com/@indiadivine24" TargetMode="External"/><Relationship Id="rId3" Type="http://schemas.openxmlformats.org/officeDocument/2006/relationships/hyperlink" Target="https://facebook.com/indiamediahouse.in" TargetMode="External"/><Relationship Id="rId4" Type="http://schemas.openxmlformats.org/officeDocument/2006/relationships/hyperlink" Target="https://instagram.com/indiamediahouse.in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63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solidFill>
            <a:srgbClr val="C63D00"/>
          </a:solidFill>
          <a:ln w="38100">
            <a:solidFill>
              <a:srgbClr val="D4AF37"/>
            </a:solidFill>
            <a:prstDash val="solid"/>
          </a:ln>
        </p:spPr>
      </p:sp>
      <p:pic>
        <p:nvPicPr>
          <p:cNvPr id="3" name="Image 0" descr="D:\E drive backup\Personal projects\slides\assets\india_tami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914400" cy="914400"/>
          </a:xfrm>
          <a:prstGeom prst="rect">
            <a:avLst/>
          </a:prstGeom>
        </p:spPr>
      </p:pic>
      <p:pic>
        <p:nvPicPr>
          <p:cNvPr id="4" name="Image 1" descr="D:\E drive backup\Personal projects\slides\assets\india_divine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54864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64592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விநாயகர் சதுர்த்தி உலா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548640" y="32004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34747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MEDIA HOUSE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8640" y="40233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Divine Step in Tamil Nadu Media Industry Showcasing Cultural Unity towards Celebrating Vinayagar Chaturthi.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937760"/>
            <a:ext cx="31089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937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((( LIVE ))) ON  YouTube</a:t>
            </a:r>
            <a:endParaRPr lang="en-US" sz="1200" dirty="0"/>
          </a:p>
        </p:txBody>
      </p:sp>
      <p:pic>
        <p:nvPicPr>
          <p:cNvPr id="11" name="Image 2" descr="D:\E drive backup\Personal projects\slides\assets\vinayagar_gold_cove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57200"/>
            <a:ext cx="4754880" cy="5943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8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✤ WHY INDIA MEDIA HOUSE? ✤ ───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05840"/>
          <a:ext cx="10360152" cy="2194560"/>
        </p:xfrm>
        <a:graphic>
          <a:graphicData uri="http://schemas.openxmlformats.org/drawingml/2006/table">
            <a:tbl>
              <a:tblPr/>
              <a:tblGrid>
                <a:gridCol w="3959352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Tamil News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Tamil Divine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Subscribers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2,200+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 Followers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1,45,033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15,000+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333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 Followers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1,569,052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247,744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34747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OFFICIAL LINKS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914400" y="393192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Tamil News</a:t>
            </a:r>
            <a:endParaRPr lang="en-US" sz="1100" dirty="0"/>
          </a:p>
        </p:txBody>
      </p:sp>
      <p:sp>
        <p:nvSpPr>
          <p:cNvPr id="7" name="Text 4">
            <a:hlinkClick r:id="rId1" tooltip=""/>
          </p:cNvPr>
          <p:cNvSpPr/>
          <p:nvPr/>
        </p:nvSpPr>
        <p:spPr>
          <a:xfrm>
            <a:off x="11887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https://youtube.com/@IndiaTamilNews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393192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Tamil Divine</a:t>
            </a:r>
            <a:endParaRPr lang="en-US" sz="1100" dirty="0"/>
          </a:p>
        </p:txBody>
      </p:sp>
      <p:sp>
        <p:nvSpPr>
          <p:cNvPr id="10" name="Text 7">
            <a:hlinkClick r:id="rId2" tooltip=""/>
          </p:cNvPr>
          <p:cNvSpPr/>
          <p:nvPr/>
        </p:nvSpPr>
        <p:spPr>
          <a:xfrm>
            <a:off x="649224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https://www.youtube.com/@indiadivine24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502920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Media House (Facebook)</a:t>
            </a:r>
            <a:endParaRPr lang="en-US" sz="1100" dirty="0"/>
          </a:p>
        </p:txBody>
      </p:sp>
      <p:sp>
        <p:nvSpPr>
          <p:cNvPr id="13" name="Text 10">
            <a:hlinkClick r:id="rId3" tooltip=""/>
          </p:cNvPr>
          <p:cNvSpPr/>
          <p:nvPr/>
        </p:nvSpPr>
        <p:spPr>
          <a:xfrm>
            <a:off x="118872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https://facebook.com/indiamediahouse.in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502920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Media House (Instagram)</a:t>
            </a:r>
            <a:endParaRPr lang="en-US" sz="1100" dirty="0"/>
          </a:p>
        </p:txBody>
      </p:sp>
      <p:sp>
        <p:nvSpPr>
          <p:cNvPr id="16" name="Text 13">
            <a:hlinkClick r:id="rId4" tooltip=""/>
          </p:cNvPr>
          <p:cNvSpPr/>
          <p:nvPr/>
        </p:nvSpPr>
        <p:spPr>
          <a:xfrm>
            <a:off x="649224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https://instagram.com/indiamediahouse.in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✤ OUR REACH &amp; PERFORMANCE ✤ ───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Analytics &amp; High-Impact Viewership Proof (All figures in Millions)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3383280" cy="3657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TAMIL NEWS - LIFETIME</a:t>
            </a:r>
            <a:endParaRPr lang="en-US" sz="1000" dirty="0"/>
          </a:p>
        </p:txBody>
      </p:sp>
      <p:pic>
        <p:nvPicPr>
          <p:cNvPr id="7" name="Image 0" descr="D:\E drive backup\Personal projects\slides\assets\yt_main_lifetime_view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320040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49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VIEWS: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40.2M Views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(40,215,467 Exact • 10.5L Watch Hrs)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18872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1188720"/>
            <a:ext cx="3383280" cy="3657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TAMIL NEWS - 90 DAYS</a:t>
            </a:r>
            <a:endParaRPr lang="en-US" sz="1000" dirty="0"/>
          </a:p>
        </p:txBody>
      </p:sp>
      <p:pic>
        <p:nvPicPr>
          <p:cNvPr id="12" name="Image 1" descr="D:\E drive backup\Personal projects\slides\assets\yt_main_90days_view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45920"/>
            <a:ext cx="3200400" cy="2011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3749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VIEWS: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4.37M Views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(4,375,079 Exact • 1.4L Watch Hrs)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18872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0" y="1188720"/>
            <a:ext cx="3383280" cy="3657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2"/>
          <p:cNvSpPr/>
          <p:nvPr/>
        </p:nvSpPr>
        <p:spPr>
          <a:xfrm>
            <a:off x="804672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TAMIL DIVINE - LIFETIME</a:t>
            </a:r>
            <a:endParaRPr lang="en-US" sz="1000" dirty="0"/>
          </a:p>
        </p:txBody>
      </p:sp>
      <p:pic>
        <p:nvPicPr>
          <p:cNvPr id="17" name="Image 2" descr="D:\E drive backup\Personal projects\slides\assets\yt_divine_lifetime_view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45920"/>
            <a:ext cx="3200400" cy="20116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3749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VIEWS: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0.78M Views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(788,019 Exact • 11.0K Watch Hrs)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SOCIAL: 1.8M Total Views (+320.2%) | 1.2M Reach (+392.7%) | IG: 1.56M Views | FB: 0.24M Views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17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✤ ADVERTISEMENT PLACEMENTS ✤ ───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high-visibility ad opportunities in YouTube &amp; Meta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9445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VJ ANCHOR SHOUT OUT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1554480"/>
            <a:ext cx="25603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Brand Only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9445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OVER 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0" y="2606040"/>
            <a:ext cx="25603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2606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Brands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474720"/>
            <a:ext cx="9445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L-BAND &amp; BANNER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0" y="3657600"/>
            <a:ext cx="25603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+ 15 Brands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4526280"/>
            <a:ext cx="94457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ROTATING LOGO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0" y="4709160"/>
            <a:ext cx="25603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4709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Brands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5669280"/>
            <a:ext cx="7616952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566928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placements are visible in both YouTube , Facebook &amp; Instagram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✤ AD PLACEMENTS PREVIEW ✤ ───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brand will appear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9445752" cy="4754880"/>
          </a:xfrm>
          <a:prstGeom prst="rect">
            <a:avLst/>
          </a:prstGeom>
          <a:solidFill>
            <a:srgbClr val="000000"/>
          </a:solidFill>
          <a:ln w="25400">
            <a:solidFill>
              <a:srgbClr val="333333"/>
            </a:solidFill>
            <a:prstDash val="solid"/>
          </a:ln>
        </p:spPr>
      </p:sp>
      <p:pic>
        <p:nvPicPr>
          <p:cNvPr id="5" name="Image 0" descr="D:\E drive backup\Personal projects\slides\assets\vinayagar_gold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9445752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1463040"/>
            <a:ext cx="2011680" cy="731520"/>
          </a:xfrm>
          <a:prstGeom prst="rect">
            <a:avLst/>
          </a:prstGeom>
          <a:solidFill>
            <a:srgbClr val="000000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ROTATING LOGO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LOGO]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(Top Right Corner)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0" y="1463040"/>
            <a:ext cx="256032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0" y="1463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OVER 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(Audio Mention in VO)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023360" y="2743200"/>
            <a:ext cx="4206240" cy="1371600"/>
          </a:xfrm>
          <a:prstGeom prst="rect">
            <a:avLst/>
          </a:prstGeom>
          <a:solidFill>
            <a:srgbClr val="000000"/>
          </a:solidFill>
          <a:ln w="38100">
            <a:solidFill>
              <a:srgbClr val="FF88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3360" y="274320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VJ ANCHOR SHOUT OUT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(Prominent Center Screen Mention)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71600" y="1280160"/>
            <a:ext cx="1280160" cy="4206240"/>
          </a:xfrm>
          <a:prstGeom prst="rect">
            <a:avLst/>
          </a:prstGeom>
          <a:solidFill>
            <a:srgbClr val="E651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71600" y="256032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L-BAND 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(Left Strip)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371600" y="5486400"/>
            <a:ext cx="9445752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54864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L-BAND &amp; BANNER ── YOUR BRAND HERE ── (Bottom Banner Strip)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VINAYAGAR CHATURTHI SPECIAL PRICING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Festival Offer – Limited Slots Only!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60152" cy="3474720"/>
        </p:xfrm>
        <a:graphic>
          <a:graphicData uri="http://schemas.openxmlformats.org/drawingml/2006/table">
            <a:tbl>
              <a:tblPr/>
              <a:tblGrid>
                <a:gridCol w="4873752"/>
                <a:gridCol w="2743200"/>
                <a:gridCol w="274320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USUAL MARKET PRICE (INR)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VINAYAGAR CHATURTHI SPECIAL PRICE (INR)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3D0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VJ ANCHOR SHOUT OUT (1 Brand Only)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trike="sngStrike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₹5,000 / per 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OVER AD (3 Brands Only)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trike="sngStrike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₹4,000 / per 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L-BAND &amp; BANNER (15 + 15 Brands Only)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trike="sngStrike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₹2,500 / per 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ROTATING LOGO (15 Brands Only)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trike="sngStrike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₹1,500 / per 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371600" y="5212080"/>
            <a:ext cx="9445752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52120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prices are inclusive of placement in YouTube , Facebook &amp; Instagram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 ✤ PARTNER WITH US ✤ ───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 part of the biggest cultural celebration and showcase your brand to lakhs of audiences!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Reach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11880" y="137160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Engagement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Visibility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006840" y="137160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Channels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774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விநாயகர் சதுர்த்தி உலா 2026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celebrate together. Let's grow together.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BOOKINGS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+91 9XXXXXXXXX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+91 9XXXXXXXXX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contact@indiamediahouse.in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www.indiamediahouse.in</a:t>
            </a:r>
            <a:endParaRPr lang="en-US" sz="1200" dirty="0"/>
          </a:p>
        </p:txBody>
      </p:sp>
      <p:pic>
        <p:nvPicPr>
          <p:cNvPr id="16" name="Image 0" descr="D:\E drive backup\Personal projects\slides\assets\vinayagar_saffron_bla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566160"/>
            <a:ext cx="2011680" cy="2011680"/>
          </a:xfrm>
          <a:prstGeom prst="rect">
            <a:avLst/>
          </a:prstGeom>
        </p:spPr>
      </p:pic>
      <p:pic>
        <p:nvPicPr>
          <p:cNvPr id="17" name="Image 1" descr="D:\E drive backup\Personal projects\slides\assets\india_tami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76072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63440" y="5760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MEDIA HOUSE</a:t>
            </a:r>
            <a:endParaRPr lang="en-US" sz="1200" dirty="0"/>
          </a:p>
        </p:txBody>
      </p:sp>
      <p:pic>
        <p:nvPicPr>
          <p:cNvPr id="19" name="Image 2" descr="D:\E drive backup\Personal projects\slides\assets\india_divine_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760720"/>
            <a:ext cx="457200" cy="457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6"/>
          <p:cNvSpPr/>
          <p:nvPr/>
        </p:nvSpPr>
        <p:spPr>
          <a:xfrm>
            <a:off x="11430000" y="6400800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Vinayagar Chaturthi Ulla 2026 - Sponsorship Proposal</dc:title>
  <dc:subject>PptxGenJS Presentation</dc:subject>
  <dc:creator>India Media House</dc:creator>
  <cp:lastModifiedBy>India Media House</cp:lastModifiedBy>
  <cp:revision>1</cp:revision>
  <dcterms:created xsi:type="dcterms:W3CDTF">2026-09-05T11:21:06Z</dcterms:created>
  <dcterms:modified xsi:type="dcterms:W3CDTF">2026-09-05T11:21:06Z</dcterms:modified>
</cp:coreProperties>
</file>